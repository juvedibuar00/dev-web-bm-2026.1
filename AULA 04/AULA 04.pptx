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81" r:id="rId2"/>
    <p:sldId id="444" r:id="rId3"/>
    <p:sldId id="476" r:id="rId4"/>
    <p:sldId id="486" r:id="rId5"/>
    <p:sldId id="475" r:id="rId6"/>
    <p:sldId id="477" r:id="rId7"/>
    <p:sldId id="489" r:id="rId8"/>
    <p:sldId id="490" r:id="rId9"/>
    <p:sldId id="491" r:id="rId10"/>
    <p:sldId id="492" r:id="rId11"/>
    <p:sldId id="493" r:id="rId12"/>
    <p:sldId id="494" r:id="rId13"/>
    <p:sldId id="495" r:id="rId14"/>
    <p:sldId id="496" r:id="rId15"/>
    <p:sldId id="497" r:id="rId16"/>
    <p:sldId id="499" r:id="rId17"/>
    <p:sldId id="498" r:id="rId18"/>
    <p:sldId id="482" r:id="rId19"/>
    <p:sldId id="484" r:id="rId20"/>
    <p:sldId id="483" r:id="rId21"/>
    <p:sldId id="478" r:id="rId22"/>
    <p:sldId id="479" r:id="rId23"/>
    <p:sldId id="485" r:id="rId24"/>
    <p:sldId id="480" r:id="rId25"/>
    <p:sldId id="481" r:id="rId26"/>
    <p:sldId id="487" r:id="rId27"/>
    <p:sldId id="488" r:id="rId28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974B059-3B68-4C5B-A8CF-8E69A0DBA270}" type="doc">
      <dgm:prSet loTypeId="urn:microsoft.com/office/officeart/2016/7/layout/RepeatingBendingProcessNew" loCatId="process" qsTypeId="urn:microsoft.com/office/officeart/2005/8/quickstyle/simple5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F8EDA5A3-9A04-40D8-AC52-16B48DD5403C}">
      <dgm:prSet custT="1"/>
      <dgm:spPr>
        <a:solidFill>
          <a:schemeClr val="accent5">
            <a:lumMod val="60000"/>
            <a:lumOff val="40000"/>
          </a:schemeClr>
        </a:solidFill>
      </dgm:spPr>
      <dgm:t>
        <a:bodyPr/>
        <a:lstStyle/>
        <a:p>
          <a:r>
            <a:rPr lang="en-US" sz="1800" dirty="0">
              <a:latin typeface="Arial" panose="020B0604020202020204" pitchFamily="34" charset="0"/>
              <a:cs typeface="Arial" panose="020B0604020202020204" pitchFamily="34" charset="0"/>
            </a:rPr>
            <a:t>TÓPICOS:</a:t>
          </a:r>
        </a:p>
      </dgm:t>
    </dgm:pt>
    <dgm:pt modelId="{4C6F25C0-BD50-4224-849C-02339B23AA27}" type="parTrans" cxnId="{D77852D5-C6B0-4A8C-809A-3E22DFC9705A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AD4AA55-0262-4FAF-A008-C0C6DF7670AB}" type="sibTrans" cxnId="{D77852D5-C6B0-4A8C-809A-3E22DFC9705A}">
      <dgm:prSet custT="1"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5B5AAB8-ACE0-4B4A-AC22-4B0BDC14A5D7}">
      <dgm:prSet phldr="0" custT="1"/>
      <dgm:spPr/>
      <dgm:t>
        <a:bodyPr/>
        <a:lstStyle/>
        <a:p>
          <a:r>
            <a:rPr lang="en-US" sz="1800" dirty="0">
              <a:solidFill>
                <a:schemeClr val="bg1"/>
              </a:solidFill>
              <a:latin typeface="Arial" panose="020B0604020202020204" pitchFamily="34" charset="0"/>
              <a:ea typeface="Lato"/>
              <a:cs typeface="Arial" panose="020B0604020202020204" pitchFamily="34" charset="0"/>
            </a:rPr>
            <a:t>CSS</a:t>
          </a:r>
        </a:p>
      </dgm:t>
    </dgm:pt>
    <dgm:pt modelId="{9CB8E544-36DA-4ACD-863E-F8FF4AE4B62C}" type="parTrans" cxnId="{495B2832-9869-41F5-A0FA-846DDA1D6F4C}">
      <dgm:prSet/>
      <dgm:spPr/>
      <dgm:t>
        <a:bodyPr/>
        <a:lstStyle/>
        <a:p>
          <a:endParaRPr lang="pt-BR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0878086-9035-41F6-9768-FD19975D19C1}" type="sibTrans" cxnId="{495B2832-9869-41F5-A0FA-846DDA1D6F4C}">
      <dgm:prSet custT="1"/>
      <dgm:spPr/>
      <dgm:t>
        <a:bodyPr/>
        <a:lstStyle/>
        <a:p>
          <a:endParaRPr lang="pt-BR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CF6399B-B046-426B-94B7-0B3F9F279B9E}">
      <dgm:prSet/>
      <dgm:spPr/>
      <dgm:t>
        <a:bodyPr/>
        <a:lstStyle/>
        <a:p>
          <a:r>
            <a:rPr lang="pt-PT" dirty="0"/>
            <a:t>Elementos de layout</a:t>
          </a:r>
        </a:p>
      </dgm:t>
    </dgm:pt>
    <dgm:pt modelId="{A722D923-ABED-4E44-84C2-F30C381D26B5}" type="parTrans" cxnId="{82C6AA1D-0F2D-4205-BC69-6FE36A07A27D}">
      <dgm:prSet/>
      <dgm:spPr/>
      <dgm:t>
        <a:bodyPr/>
        <a:lstStyle/>
        <a:p>
          <a:endParaRPr lang="pt-PT"/>
        </a:p>
      </dgm:t>
    </dgm:pt>
    <dgm:pt modelId="{20CB41FA-548F-4012-86A3-16888D24504D}" type="sibTrans" cxnId="{82C6AA1D-0F2D-4205-BC69-6FE36A07A27D}">
      <dgm:prSet/>
      <dgm:spPr/>
      <dgm:t>
        <a:bodyPr/>
        <a:lstStyle/>
        <a:p>
          <a:endParaRPr lang="pt-PT"/>
        </a:p>
      </dgm:t>
    </dgm:pt>
    <dgm:pt modelId="{599F6330-0625-4E9A-9935-3BB2ECB5F194}">
      <dgm:prSet/>
      <dgm:spPr/>
      <dgm:t>
        <a:bodyPr/>
        <a:lstStyle/>
        <a:p>
          <a:r>
            <a:rPr lang="pt-PT">
              <a:latin typeface="Arial" panose="020B0604020202020204" pitchFamily="34" charset="0"/>
              <a:cs typeface="Arial" panose="020B0604020202020204" pitchFamily="34" charset="0"/>
            </a:rPr>
            <a:t>Elemento div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9E6DA2A-E694-44EA-97BA-2AE19A80493E}" type="parTrans" cxnId="{FAF4A5F6-5135-4208-BF81-3CF1CFCD9361}">
      <dgm:prSet/>
      <dgm:spPr/>
      <dgm:t>
        <a:bodyPr/>
        <a:lstStyle/>
        <a:p>
          <a:endParaRPr lang="pt-PT"/>
        </a:p>
      </dgm:t>
    </dgm:pt>
    <dgm:pt modelId="{C3E6AB3D-121D-4468-BF40-11FAEAE22493}" type="sibTrans" cxnId="{FAF4A5F6-5135-4208-BF81-3CF1CFCD9361}">
      <dgm:prSet/>
      <dgm:spPr/>
      <dgm:t>
        <a:bodyPr/>
        <a:lstStyle/>
        <a:p>
          <a:endParaRPr lang="pt-PT"/>
        </a:p>
      </dgm:t>
    </dgm:pt>
    <dgm:pt modelId="{464A4E46-12A3-45DA-9F0E-48D78C14D4F9}">
      <dgm:prSet/>
      <dgm:spPr/>
      <dgm:t>
        <a:bodyPr/>
        <a:lstStyle/>
        <a:p>
          <a:pPr>
            <a:buNone/>
          </a:pPr>
          <a:r>
            <a:rPr lang="pt-PT" b="0" i="0" dirty="0"/>
            <a:t>Tabelas </a:t>
          </a:r>
        </a:p>
      </dgm:t>
    </dgm:pt>
    <dgm:pt modelId="{B3A5E7D4-25F5-4E0B-9AA0-4A348D40FF0E}" type="parTrans" cxnId="{3ECA8402-399E-4686-808C-2A1A8A0233DF}">
      <dgm:prSet/>
      <dgm:spPr/>
      <dgm:t>
        <a:bodyPr/>
        <a:lstStyle/>
        <a:p>
          <a:endParaRPr lang="pt-PT"/>
        </a:p>
      </dgm:t>
    </dgm:pt>
    <dgm:pt modelId="{3F48FC1A-EEE0-4571-A708-F8E56804D191}" type="sibTrans" cxnId="{3ECA8402-399E-4686-808C-2A1A8A0233DF}">
      <dgm:prSet/>
      <dgm:spPr/>
      <dgm:t>
        <a:bodyPr/>
        <a:lstStyle/>
        <a:p>
          <a:endParaRPr lang="pt-PT"/>
        </a:p>
      </dgm:t>
    </dgm:pt>
    <dgm:pt modelId="{9044738D-06F5-46B5-B213-B31ED85EED4B}">
      <dgm:prSet/>
      <dgm:spPr/>
      <dgm:t>
        <a:bodyPr/>
        <a:lstStyle/>
        <a:p>
          <a:pPr>
            <a:buNone/>
          </a:pPr>
          <a:r>
            <a:rPr lang="pt-PT" b="0" i="0"/>
            <a:t>Listas </a:t>
          </a:r>
        </a:p>
      </dgm:t>
    </dgm:pt>
    <dgm:pt modelId="{86FB2CFF-A4B2-4F11-95BF-5F8E7F10CCB7}" type="parTrans" cxnId="{3E96E9A9-42C1-492E-8951-6EA58FEDE107}">
      <dgm:prSet/>
      <dgm:spPr/>
      <dgm:t>
        <a:bodyPr/>
        <a:lstStyle/>
        <a:p>
          <a:endParaRPr lang="pt-PT"/>
        </a:p>
      </dgm:t>
    </dgm:pt>
    <dgm:pt modelId="{10D72760-8E7D-4CAF-B390-20DDA4C100D7}" type="sibTrans" cxnId="{3E96E9A9-42C1-492E-8951-6EA58FEDE107}">
      <dgm:prSet/>
      <dgm:spPr/>
      <dgm:t>
        <a:bodyPr/>
        <a:lstStyle/>
        <a:p>
          <a:endParaRPr lang="pt-PT"/>
        </a:p>
      </dgm:t>
    </dgm:pt>
    <dgm:pt modelId="{A3AF0E34-4A81-43BF-9DE1-51BDB7ECDE8D}">
      <dgm:prSet/>
      <dgm:spPr/>
      <dgm:t>
        <a:bodyPr/>
        <a:lstStyle/>
        <a:p>
          <a:pPr>
            <a:buNone/>
          </a:pPr>
          <a:r>
            <a:rPr lang="pt-PT" b="1" i="0"/>
            <a:t>Formulários </a:t>
          </a:r>
        </a:p>
      </dgm:t>
    </dgm:pt>
    <dgm:pt modelId="{D5BF2FD0-2BA2-4B2E-A224-F6B1CF29609D}" type="parTrans" cxnId="{6DCA0ED8-790D-4D7B-A02C-350BBF39BFA3}">
      <dgm:prSet/>
      <dgm:spPr/>
      <dgm:t>
        <a:bodyPr/>
        <a:lstStyle/>
        <a:p>
          <a:endParaRPr lang="pt-PT"/>
        </a:p>
      </dgm:t>
    </dgm:pt>
    <dgm:pt modelId="{EC5DACF7-C189-4F8E-B842-D4881ACA539F}" type="sibTrans" cxnId="{6DCA0ED8-790D-4D7B-A02C-350BBF39BFA3}">
      <dgm:prSet/>
      <dgm:spPr/>
      <dgm:t>
        <a:bodyPr/>
        <a:lstStyle/>
        <a:p>
          <a:endParaRPr lang="pt-PT"/>
        </a:p>
      </dgm:t>
    </dgm:pt>
    <dgm:pt modelId="{2080B293-7DC5-4119-B98D-32703C60687A}" type="pres">
      <dgm:prSet presAssocID="{2974B059-3B68-4C5B-A8CF-8E69A0DBA270}" presName="Name0" presStyleCnt="0">
        <dgm:presLayoutVars>
          <dgm:dir/>
          <dgm:resizeHandles val="exact"/>
        </dgm:presLayoutVars>
      </dgm:prSet>
      <dgm:spPr/>
    </dgm:pt>
    <dgm:pt modelId="{40698D57-CB01-4E33-8879-D28A927C255F}" type="pres">
      <dgm:prSet presAssocID="{F8EDA5A3-9A04-40D8-AC52-16B48DD5403C}" presName="node" presStyleLbl="node1" presStyleIdx="0" presStyleCnt="7" custScaleX="180433">
        <dgm:presLayoutVars>
          <dgm:bulletEnabled val="1"/>
        </dgm:presLayoutVars>
      </dgm:prSet>
      <dgm:spPr/>
    </dgm:pt>
    <dgm:pt modelId="{BD9BB95B-B84D-4EA3-BFC9-170AD7B0EEE6}" type="pres">
      <dgm:prSet presAssocID="{3AD4AA55-0262-4FAF-A008-C0C6DF7670AB}" presName="sibTrans" presStyleLbl="sibTrans1D1" presStyleIdx="0" presStyleCnt="6"/>
      <dgm:spPr/>
    </dgm:pt>
    <dgm:pt modelId="{F394AA00-CFC8-4AB6-AFA9-679DD6C242ED}" type="pres">
      <dgm:prSet presAssocID="{3AD4AA55-0262-4FAF-A008-C0C6DF7670AB}" presName="connectorText" presStyleLbl="sibTrans1D1" presStyleIdx="0" presStyleCnt="6"/>
      <dgm:spPr/>
    </dgm:pt>
    <dgm:pt modelId="{ED8CB48E-F633-42BF-83C4-FE8A3934726B}" type="pres">
      <dgm:prSet presAssocID="{BCF6399B-B046-426B-94B7-0B3F9F279B9E}" presName="node" presStyleLbl="node1" presStyleIdx="1" presStyleCnt="7">
        <dgm:presLayoutVars>
          <dgm:bulletEnabled val="1"/>
        </dgm:presLayoutVars>
      </dgm:prSet>
      <dgm:spPr/>
    </dgm:pt>
    <dgm:pt modelId="{DA2FD5BF-A923-4A56-AE59-E72979264029}" type="pres">
      <dgm:prSet presAssocID="{20CB41FA-548F-4012-86A3-16888D24504D}" presName="sibTrans" presStyleLbl="sibTrans1D1" presStyleIdx="1" presStyleCnt="6"/>
      <dgm:spPr/>
    </dgm:pt>
    <dgm:pt modelId="{9731FB89-7FFE-4A98-B0B0-9529D98E0E1C}" type="pres">
      <dgm:prSet presAssocID="{20CB41FA-548F-4012-86A3-16888D24504D}" presName="connectorText" presStyleLbl="sibTrans1D1" presStyleIdx="1" presStyleCnt="6"/>
      <dgm:spPr/>
    </dgm:pt>
    <dgm:pt modelId="{C62F22BB-DEBE-4908-9F09-CAEE40B544C9}" type="pres">
      <dgm:prSet presAssocID="{A3AF0E34-4A81-43BF-9DE1-51BDB7ECDE8D}" presName="node" presStyleLbl="node1" presStyleIdx="2" presStyleCnt="7">
        <dgm:presLayoutVars>
          <dgm:bulletEnabled val="1"/>
        </dgm:presLayoutVars>
      </dgm:prSet>
      <dgm:spPr/>
    </dgm:pt>
    <dgm:pt modelId="{8C185C28-274E-4472-B3CC-9078C27A0040}" type="pres">
      <dgm:prSet presAssocID="{EC5DACF7-C189-4F8E-B842-D4881ACA539F}" presName="sibTrans" presStyleLbl="sibTrans1D1" presStyleIdx="2" presStyleCnt="6"/>
      <dgm:spPr/>
    </dgm:pt>
    <dgm:pt modelId="{0074B7A2-428E-492A-9207-88A0A4094665}" type="pres">
      <dgm:prSet presAssocID="{EC5DACF7-C189-4F8E-B842-D4881ACA539F}" presName="connectorText" presStyleLbl="sibTrans1D1" presStyleIdx="2" presStyleCnt="6"/>
      <dgm:spPr/>
    </dgm:pt>
    <dgm:pt modelId="{A04F5B5F-76A5-434A-86D5-A40E0401FE83}" type="pres">
      <dgm:prSet presAssocID="{599F6330-0625-4E9A-9935-3BB2ECB5F194}" presName="node" presStyleLbl="node1" presStyleIdx="3" presStyleCnt="7">
        <dgm:presLayoutVars>
          <dgm:bulletEnabled val="1"/>
        </dgm:presLayoutVars>
      </dgm:prSet>
      <dgm:spPr/>
    </dgm:pt>
    <dgm:pt modelId="{F5D6F852-0209-4AB4-87C0-BEF50A7F93FC}" type="pres">
      <dgm:prSet presAssocID="{C3E6AB3D-121D-4468-BF40-11FAEAE22493}" presName="sibTrans" presStyleLbl="sibTrans1D1" presStyleIdx="3" presStyleCnt="6"/>
      <dgm:spPr/>
    </dgm:pt>
    <dgm:pt modelId="{2FF740AF-7734-46E6-8FB3-105ABA926F5B}" type="pres">
      <dgm:prSet presAssocID="{C3E6AB3D-121D-4468-BF40-11FAEAE22493}" presName="connectorText" presStyleLbl="sibTrans1D1" presStyleIdx="3" presStyleCnt="6"/>
      <dgm:spPr/>
    </dgm:pt>
    <dgm:pt modelId="{26F3EE91-437E-4066-91BD-02E20754E680}" type="pres">
      <dgm:prSet presAssocID="{464A4E46-12A3-45DA-9F0E-48D78C14D4F9}" presName="node" presStyleLbl="node1" presStyleIdx="4" presStyleCnt="7">
        <dgm:presLayoutVars>
          <dgm:bulletEnabled val="1"/>
        </dgm:presLayoutVars>
      </dgm:prSet>
      <dgm:spPr/>
    </dgm:pt>
    <dgm:pt modelId="{65EE7E4D-F78C-4EB9-9A17-44B519BFE930}" type="pres">
      <dgm:prSet presAssocID="{3F48FC1A-EEE0-4571-A708-F8E56804D191}" presName="sibTrans" presStyleLbl="sibTrans1D1" presStyleIdx="4" presStyleCnt="6"/>
      <dgm:spPr/>
    </dgm:pt>
    <dgm:pt modelId="{B8CD1D5E-9DF0-4000-87F1-5F4ADC70CDB7}" type="pres">
      <dgm:prSet presAssocID="{3F48FC1A-EEE0-4571-A708-F8E56804D191}" presName="connectorText" presStyleLbl="sibTrans1D1" presStyleIdx="4" presStyleCnt="6"/>
      <dgm:spPr/>
    </dgm:pt>
    <dgm:pt modelId="{1635DE07-4CB2-4377-805E-26333F709A56}" type="pres">
      <dgm:prSet presAssocID="{9044738D-06F5-46B5-B213-B31ED85EED4B}" presName="node" presStyleLbl="node1" presStyleIdx="5" presStyleCnt="7">
        <dgm:presLayoutVars>
          <dgm:bulletEnabled val="1"/>
        </dgm:presLayoutVars>
      </dgm:prSet>
      <dgm:spPr/>
    </dgm:pt>
    <dgm:pt modelId="{FC85A5C5-49A1-4D6A-AF19-E1C1093C61C9}" type="pres">
      <dgm:prSet presAssocID="{10D72760-8E7D-4CAF-B390-20DDA4C100D7}" presName="sibTrans" presStyleLbl="sibTrans1D1" presStyleIdx="5" presStyleCnt="6"/>
      <dgm:spPr/>
    </dgm:pt>
    <dgm:pt modelId="{0F49600C-CD8C-4ED6-A2AF-4D874535DB96}" type="pres">
      <dgm:prSet presAssocID="{10D72760-8E7D-4CAF-B390-20DDA4C100D7}" presName="connectorText" presStyleLbl="sibTrans1D1" presStyleIdx="5" presStyleCnt="6"/>
      <dgm:spPr/>
    </dgm:pt>
    <dgm:pt modelId="{00AE7FCA-E99F-4E80-90A8-6FDCF7F08112}" type="pres">
      <dgm:prSet presAssocID="{85B5AAB8-ACE0-4B4A-AC22-4B0BDC14A5D7}" presName="node" presStyleLbl="node1" presStyleIdx="6" presStyleCnt="7" custScaleX="180433">
        <dgm:presLayoutVars>
          <dgm:bulletEnabled val="1"/>
        </dgm:presLayoutVars>
      </dgm:prSet>
      <dgm:spPr/>
    </dgm:pt>
  </dgm:ptLst>
  <dgm:cxnLst>
    <dgm:cxn modelId="{3ECA8402-399E-4686-808C-2A1A8A0233DF}" srcId="{2974B059-3B68-4C5B-A8CF-8E69A0DBA270}" destId="{464A4E46-12A3-45DA-9F0E-48D78C14D4F9}" srcOrd="4" destOrd="0" parTransId="{B3A5E7D4-25F5-4E0B-9AA0-4A348D40FF0E}" sibTransId="{3F48FC1A-EEE0-4571-A708-F8E56804D191}"/>
    <dgm:cxn modelId="{BC4C1A1C-E535-4676-8FED-C5E58029C60D}" type="presOf" srcId="{3F48FC1A-EEE0-4571-A708-F8E56804D191}" destId="{B8CD1D5E-9DF0-4000-87F1-5F4ADC70CDB7}" srcOrd="1" destOrd="0" presId="urn:microsoft.com/office/officeart/2016/7/layout/RepeatingBendingProcessNew"/>
    <dgm:cxn modelId="{82C6AA1D-0F2D-4205-BC69-6FE36A07A27D}" srcId="{2974B059-3B68-4C5B-A8CF-8E69A0DBA270}" destId="{BCF6399B-B046-426B-94B7-0B3F9F279B9E}" srcOrd="1" destOrd="0" parTransId="{A722D923-ABED-4E44-84C2-F30C381D26B5}" sibTransId="{20CB41FA-548F-4012-86A3-16888D24504D}"/>
    <dgm:cxn modelId="{495B2832-9869-41F5-A0FA-846DDA1D6F4C}" srcId="{2974B059-3B68-4C5B-A8CF-8E69A0DBA270}" destId="{85B5AAB8-ACE0-4B4A-AC22-4B0BDC14A5D7}" srcOrd="6" destOrd="0" parTransId="{9CB8E544-36DA-4ACD-863E-F8FF4AE4B62C}" sibTransId="{A0878086-9035-41F6-9768-FD19975D19C1}"/>
    <dgm:cxn modelId="{2A06603F-2F0E-4851-B0DB-7F7613292411}" type="presOf" srcId="{F8EDA5A3-9A04-40D8-AC52-16B48DD5403C}" destId="{40698D57-CB01-4E33-8879-D28A927C255F}" srcOrd="0" destOrd="0" presId="urn:microsoft.com/office/officeart/2016/7/layout/RepeatingBendingProcessNew"/>
    <dgm:cxn modelId="{BE774041-22EF-4A4F-B0B5-2F3D7EC8B731}" type="presOf" srcId="{464A4E46-12A3-45DA-9F0E-48D78C14D4F9}" destId="{26F3EE91-437E-4066-91BD-02E20754E680}" srcOrd="0" destOrd="0" presId="urn:microsoft.com/office/officeart/2016/7/layout/RepeatingBendingProcessNew"/>
    <dgm:cxn modelId="{8E502645-725E-43D4-AB8F-165BD3B03377}" type="presOf" srcId="{C3E6AB3D-121D-4468-BF40-11FAEAE22493}" destId="{F5D6F852-0209-4AB4-87C0-BEF50A7F93FC}" srcOrd="0" destOrd="0" presId="urn:microsoft.com/office/officeart/2016/7/layout/RepeatingBendingProcessNew"/>
    <dgm:cxn modelId="{AFD10368-671B-4C26-9A14-A6C264E9B5FC}" type="presOf" srcId="{3AD4AA55-0262-4FAF-A008-C0C6DF7670AB}" destId="{BD9BB95B-B84D-4EA3-BFC9-170AD7B0EEE6}" srcOrd="0" destOrd="0" presId="urn:microsoft.com/office/officeart/2016/7/layout/RepeatingBendingProcessNew"/>
    <dgm:cxn modelId="{E8726669-E5C8-4778-994B-0EB3125A3180}" type="presOf" srcId="{9044738D-06F5-46B5-B213-B31ED85EED4B}" destId="{1635DE07-4CB2-4377-805E-26333F709A56}" srcOrd="0" destOrd="0" presId="urn:microsoft.com/office/officeart/2016/7/layout/RepeatingBendingProcessNew"/>
    <dgm:cxn modelId="{1230CE4A-0B17-47E1-A251-5C28D2C9724D}" type="presOf" srcId="{C3E6AB3D-121D-4468-BF40-11FAEAE22493}" destId="{2FF740AF-7734-46E6-8FB3-105ABA926F5B}" srcOrd="1" destOrd="0" presId="urn:microsoft.com/office/officeart/2016/7/layout/RepeatingBendingProcessNew"/>
    <dgm:cxn modelId="{65136756-9724-40CC-9408-BA39681C9F52}" type="presOf" srcId="{EC5DACF7-C189-4F8E-B842-D4881ACA539F}" destId="{0074B7A2-428E-492A-9207-88A0A4094665}" srcOrd="1" destOrd="0" presId="urn:microsoft.com/office/officeart/2016/7/layout/RepeatingBendingProcessNew"/>
    <dgm:cxn modelId="{BEDB928E-2D4A-4CC7-ABFB-C0FCCA3388EB}" type="presOf" srcId="{3AD4AA55-0262-4FAF-A008-C0C6DF7670AB}" destId="{F394AA00-CFC8-4AB6-AFA9-679DD6C242ED}" srcOrd="1" destOrd="0" presId="urn:microsoft.com/office/officeart/2016/7/layout/RepeatingBendingProcessNew"/>
    <dgm:cxn modelId="{15228A99-6DCE-470F-B8F2-B8A4D172402C}" type="presOf" srcId="{10D72760-8E7D-4CAF-B390-20DDA4C100D7}" destId="{FC85A5C5-49A1-4D6A-AF19-E1C1093C61C9}" srcOrd="0" destOrd="0" presId="urn:microsoft.com/office/officeart/2016/7/layout/RepeatingBendingProcessNew"/>
    <dgm:cxn modelId="{A112509B-0B69-4489-9C7C-F7F1C84E7D3E}" type="presOf" srcId="{EC5DACF7-C189-4F8E-B842-D4881ACA539F}" destId="{8C185C28-274E-4472-B3CC-9078C27A0040}" srcOrd="0" destOrd="0" presId="urn:microsoft.com/office/officeart/2016/7/layout/RepeatingBendingProcessNew"/>
    <dgm:cxn modelId="{3508BCA0-5455-443C-837C-0C76B350AAD9}" type="presOf" srcId="{A3AF0E34-4A81-43BF-9DE1-51BDB7ECDE8D}" destId="{C62F22BB-DEBE-4908-9F09-CAEE40B544C9}" srcOrd="0" destOrd="0" presId="urn:microsoft.com/office/officeart/2016/7/layout/RepeatingBendingProcessNew"/>
    <dgm:cxn modelId="{5E5FD4A2-98DB-42F0-B2CD-62D05474930B}" type="presOf" srcId="{2974B059-3B68-4C5B-A8CF-8E69A0DBA270}" destId="{2080B293-7DC5-4119-B98D-32703C60687A}" srcOrd="0" destOrd="0" presId="urn:microsoft.com/office/officeart/2016/7/layout/RepeatingBendingProcessNew"/>
    <dgm:cxn modelId="{9F99E1A2-8158-433B-AE15-FCA0F46027A3}" type="presOf" srcId="{10D72760-8E7D-4CAF-B390-20DDA4C100D7}" destId="{0F49600C-CD8C-4ED6-A2AF-4D874535DB96}" srcOrd="1" destOrd="0" presId="urn:microsoft.com/office/officeart/2016/7/layout/RepeatingBendingProcessNew"/>
    <dgm:cxn modelId="{46E431A4-6834-4F06-929A-346B08B0536E}" type="presOf" srcId="{85B5AAB8-ACE0-4B4A-AC22-4B0BDC14A5D7}" destId="{00AE7FCA-E99F-4E80-90A8-6FDCF7F08112}" srcOrd="0" destOrd="0" presId="urn:microsoft.com/office/officeart/2016/7/layout/RepeatingBendingProcessNew"/>
    <dgm:cxn modelId="{3E96E9A9-42C1-492E-8951-6EA58FEDE107}" srcId="{2974B059-3B68-4C5B-A8CF-8E69A0DBA270}" destId="{9044738D-06F5-46B5-B213-B31ED85EED4B}" srcOrd="5" destOrd="0" parTransId="{86FB2CFF-A4B2-4F11-95BF-5F8E7F10CCB7}" sibTransId="{10D72760-8E7D-4CAF-B390-20DDA4C100D7}"/>
    <dgm:cxn modelId="{5476CED3-9544-4FCD-B757-EC9BFCF0F0C6}" type="presOf" srcId="{3F48FC1A-EEE0-4571-A708-F8E56804D191}" destId="{65EE7E4D-F78C-4EB9-9A17-44B519BFE930}" srcOrd="0" destOrd="0" presId="urn:microsoft.com/office/officeart/2016/7/layout/RepeatingBendingProcessNew"/>
    <dgm:cxn modelId="{D77852D5-C6B0-4A8C-809A-3E22DFC9705A}" srcId="{2974B059-3B68-4C5B-A8CF-8E69A0DBA270}" destId="{F8EDA5A3-9A04-40D8-AC52-16B48DD5403C}" srcOrd="0" destOrd="0" parTransId="{4C6F25C0-BD50-4224-849C-02339B23AA27}" sibTransId="{3AD4AA55-0262-4FAF-A008-C0C6DF7670AB}"/>
    <dgm:cxn modelId="{6DCA0ED8-790D-4D7B-A02C-350BBF39BFA3}" srcId="{2974B059-3B68-4C5B-A8CF-8E69A0DBA270}" destId="{A3AF0E34-4A81-43BF-9DE1-51BDB7ECDE8D}" srcOrd="2" destOrd="0" parTransId="{D5BF2FD0-2BA2-4B2E-A224-F6B1CF29609D}" sibTransId="{EC5DACF7-C189-4F8E-B842-D4881ACA539F}"/>
    <dgm:cxn modelId="{87198FD8-028F-474D-A2C7-172BFD92A2DA}" type="presOf" srcId="{20CB41FA-548F-4012-86A3-16888D24504D}" destId="{DA2FD5BF-A923-4A56-AE59-E72979264029}" srcOrd="0" destOrd="0" presId="urn:microsoft.com/office/officeart/2016/7/layout/RepeatingBendingProcessNew"/>
    <dgm:cxn modelId="{3E8C9EDE-638E-4512-BE6A-F364543EB046}" type="presOf" srcId="{20CB41FA-548F-4012-86A3-16888D24504D}" destId="{9731FB89-7FFE-4A98-B0B0-9529D98E0E1C}" srcOrd="1" destOrd="0" presId="urn:microsoft.com/office/officeart/2016/7/layout/RepeatingBendingProcessNew"/>
    <dgm:cxn modelId="{458887EB-6530-41FA-920A-FFD7394C3C7D}" type="presOf" srcId="{BCF6399B-B046-426B-94B7-0B3F9F279B9E}" destId="{ED8CB48E-F633-42BF-83C4-FE8A3934726B}" srcOrd="0" destOrd="0" presId="urn:microsoft.com/office/officeart/2016/7/layout/RepeatingBendingProcessNew"/>
    <dgm:cxn modelId="{FAF4A5F6-5135-4208-BF81-3CF1CFCD9361}" srcId="{2974B059-3B68-4C5B-A8CF-8E69A0DBA270}" destId="{599F6330-0625-4E9A-9935-3BB2ECB5F194}" srcOrd="3" destOrd="0" parTransId="{79E6DA2A-E694-44EA-97BA-2AE19A80493E}" sibTransId="{C3E6AB3D-121D-4468-BF40-11FAEAE22493}"/>
    <dgm:cxn modelId="{FCF446FD-167C-4D5D-A423-40E287DA6A80}" type="presOf" srcId="{599F6330-0625-4E9A-9935-3BB2ECB5F194}" destId="{A04F5B5F-76A5-434A-86D5-A40E0401FE83}" srcOrd="0" destOrd="0" presId="urn:microsoft.com/office/officeart/2016/7/layout/RepeatingBendingProcessNew"/>
    <dgm:cxn modelId="{130B9E46-A74E-4111-A2E5-9B6A4CCEF434}" type="presParOf" srcId="{2080B293-7DC5-4119-B98D-32703C60687A}" destId="{40698D57-CB01-4E33-8879-D28A927C255F}" srcOrd="0" destOrd="0" presId="urn:microsoft.com/office/officeart/2016/7/layout/RepeatingBendingProcessNew"/>
    <dgm:cxn modelId="{DC265A55-0AB8-4F78-815C-0DE450267272}" type="presParOf" srcId="{2080B293-7DC5-4119-B98D-32703C60687A}" destId="{BD9BB95B-B84D-4EA3-BFC9-170AD7B0EEE6}" srcOrd="1" destOrd="0" presId="urn:microsoft.com/office/officeart/2016/7/layout/RepeatingBendingProcessNew"/>
    <dgm:cxn modelId="{5BF09995-9B7B-49EA-89F6-1E469EE7D3BA}" type="presParOf" srcId="{BD9BB95B-B84D-4EA3-BFC9-170AD7B0EEE6}" destId="{F394AA00-CFC8-4AB6-AFA9-679DD6C242ED}" srcOrd="0" destOrd="0" presId="urn:microsoft.com/office/officeart/2016/7/layout/RepeatingBendingProcessNew"/>
    <dgm:cxn modelId="{2093D560-C477-40AB-A556-620B29BAC5F1}" type="presParOf" srcId="{2080B293-7DC5-4119-B98D-32703C60687A}" destId="{ED8CB48E-F633-42BF-83C4-FE8A3934726B}" srcOrd="2" destOrd="0" presId="urn:microsoft.com/office/officeart/2016/7/layout/RepeatingBendingProcessNew"/>
    <dgm:cxn modelId="{0B0854FB-CDA1-4EF2-B09E-FE5DB1034142}" type="presParOf" srcId="{2080B293-7DC5-4119-B98D-32703C60687A}" destId="{DA2FD5BF-A923-4A56-AE59-E72979264029}" srcOrd="3" destOrd="0" presId="urn:microsoft.com/office/officeart/2016/7/layout/RepeatingBendingProcessNew"/>
    <dgm:cxn modelId="{864E4A47-6B60-49BD-8FED-5484E3700574}" type="presParOf" srcId="{DA2FD5BF-A923-4A56-AE59-E72979264029}" destId="{9731FB89-7FFE-4A98-B0B0-9529D98E0E1C}" srcOrd="0" destOrd="0" presId="urn:microsoft.com/office/officeart/2016/7/layout/RepeatingBendingProcessNew"/>
    <dgm:cxn modelId="{B0011949-F0EC-4A78-A66A-6C103C2367CB}" type="presParOf" srcId="{2080B293-7DC5-4119-B98D-32703C60687A}" destId="{C62F22BB-DEBE-4908-9F09-CAEE40B544C9}" srcOrd="4" destOrd="0" presId="urn:microsoft.com/office/officeart/2016/7/layout/RepeatingBendingProcessNew"/>
    <dgm:cxn modelId="{EDCC61AD-EEC9-4ECE-B097-A8E1A8E23278}" type="presParOf" srcId="{2080B293-7DC5-4119-B98D-32703C60687A}" destId="{8C185C28-274E-4472-B3CC-9078C27A0040}" srcOrd="5" destOrd="0" presId="urn:microsoft.com/office/officeart/2016/7/layout/RepeatingBendingProcessNew"/>
    <dgm:cxn modelId="{BBDBF3DD-2779-4E5B-A5E1-4608CA766448}" type="presParOf" srcId="{8C185C28-274E-4472-B3CC-9078C27A0040}" destId="{0074B7A2-428E-492A-9207-88A0A4094665}" srcOrd="0" destOrd="0" presId="urn:microsoft.com/office/officeart/2016/7/layout/RepeatingBendingProcessNew"/>
    <dgm:cxn modelId="{CFCB912B-D28A-424A-A959-6CCD733F3E7F}" type="presParOf" srcId="{2080B293-7DC5-4119-B98D-32703C60687A}" destId="{A04F5B5F-76A5-434A-86D5-A40E0401FE83}" srcOrd="6" destOrd="0" presId="urn:microsoft.com/office/officeart/2016/7/layout/RepeatingBendingProcessNew"/>
    <dgm:cxn modelId="{A9E2B9C3-3765-4EFE-9C15-9FD164F72D87}" type="presParOf" srcId="{2080B293-7DC5-4119-B98D-32703C60687A}" destId="{F5D6F852-0209-4AB4-87C0-BEF50A7F93FC}" srcOrd="7" destOrd="0" presId="urn:microsoft.com/office/officeart/2016/7/layout/RepeatingBendingProcessNew"/>
    <dgm:cxn modelId="{9371910D-66CD-4D2B-8D95-DE5ED0C7AD00}" type="presParOf" srcId="{F5D6F852-0209-4AB4-87C0-BEF50A7F93FC}" destId="{2FF740AF-7734-46E6-8FB3-105ABA926F5B}" srcOrd="0" destOrd="0" presId="urn:microsoft.com/office/officeart/2016/7/layout/RepeatingBendingProcessNew"/>
    <dgm:cxn modelId="{32E5D763-C01B-4103-8298-975C5FA9A2C0}" type="presParOf" srcId="{2080B293-7DC5-4119-B98D-32703C60687A}" destId="{26F3EE91-437E-4066-91BD-02E20754E680}" srcOrd="8" destOrd="0" presId="urn:microsoft.com/office/officeart/2016/7/layout/RepeatingBendingProcessNew"/>
    <dgm:cxn modelId="{3C207147-0B71-4882-982C-ED5C828CBB61}" type="presParOf" srcId="{2080B293-7DC5-4119-B98D-32703C60687A}" destId="{65EE7E4D-F78C-4EB9-9A17-44B519BFE930}" srcOrd="9" destOrd="0" presId="urn:microsoft.com/office/officeart/2016/7/layout/RepeatingBendingProcessNew"/>
    <dgm:cxn modelId="{C1E855B6-7647-4F1A-8CAA-BFA99B53294B}" type="presParOf" srcId="{65EE7E4D-F78C-4EB9-9A17-44B519BFE930}" destId="{B8CD1D5E-9DF0-4000-87F1-5F4ADC70CDB7}" srcOrd="0" destOrd="0" presId="urn:microsoft.com/office/officeart/2016/7/layout/RepeatingBendingProcessNew"/>
    <dgm:cxn modelId="{38C1BD7A-81B9-4529-B993-590DDB5D0B2B}" type="presParOf" srcId="{2080B293-7DC5-4119-B98D-32703C60687A}" destId="{1635DE07-4CB2-4377-805E-26333F709A56}" srcOrd="10" destOrd="0" presId="urn:microsoft.com/office/officeart/2016/7/layout/RepeatingBendingProcessNew"/>
    <dgm:cxn modelId="{4235FF49-3E7D-4692-A4D5-6690923412C4}" type="presParOf" srcId="{2080B293-7DC5-4119-B98D-32703C60687A}" destId="{FC85A5C5-49A1-4D6A-AF19-E1C1093C61C9}" srcOrd="11" destOrd="0" presId="urn:microsoft.com/office/officeart/2016/7/layout/RepeatingBendingProcessNew"/>
    <dgm:cxn modelId="{B193E04D-D0FB-470A-B8E1-ACA31FF6DA5E}" type="presParOf" srcId="{FC85A5C5-49A1-4D6A-AF19-E1C1093C61C9}" destId="{0F49600C-CD8C-4ED6-A2AF-4D874535DB96}" srcOrd="0" destOrd="0" presId="urn:microsoft.com/office/officeart/2016/7/layout/RepeatingBendingProcessNew"/>
    <dgm:cxn modelId="{02707EE3-8D79-4B60-A843-A45DE9AF6768}" type="presParOf" srcId="{2080B293-7DC5-4119-B98D-32703C60687A}" destId="{00AE7FCA-E99F-4E80-90A8-6FDCF7F08112}" srcOrd="12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9BB95B-B84D-4EA3-BFC9-170AD7B0EEE6}">
      <dsp:nvSpPr>
        <dsp:cNvPr id="0" name=""/>
        <dsp:cNvSpPr/>
      </dsp:nvSpPr>
      <dsp:spPr>
        <a:xfrm>
          <a:off x="3591025" y="627042"/>
          <a:ext cx="42670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6708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792947" y="670476"/>
        <a:ext cx="22865" cy="4573"/>
      </dsp:txXfrm>
    </dsp:sp>
    <dsp:sp modelId="{40698D57-CB01-4E33-8879-D28A927C255F}">
      <dsp:nvSpPr>
        <dsp:cNvPr id="0" name=""/>
        <dsp:cNvSpPr/>
      </dsp:nvSpPr>
      <dsp:spPr>
        <a:xfrm>
          <a:off x="5281" y="76273"/>
          <a:ext cx="3587543" cy="1192978"/>
        </a:xfrm>
        <a:prstGeom prst="rect">
          <a:avLst/>
        </a:prstGeom>
        <a:solidFill>
          <a:schemeClr val="accent5">
            <a:lumMod val="60000"/>
            <a:lumOff val="40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7428" tIns="102268" rIns="97428" bIns="102268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rial" panose="020B0604020202020204" pitchFamily="34" charset="0"/>
              <a:cs typeface="Arial" panose="020B0604020202020204" pitchFamily="34" charset="0"/>
            </a:rPr>
            <a:t>TÓPICOS:</a:t>
          </a:r>
        </a:p>
      </dsp:txBody>
      <dsp:txXfrm>
        <a:off x="5281" y="76273"/>
        <a:ext cx="3587543" cy="1192978"/>
      </dsp:txXfrm>
    </dsp:sp>
    <dsp:sp modelId="{DA2FD5BF-A923-4A56-AE59-E72979264029}">
      <dsp:nvSpPr>
        <dsp:cNvPr id="0" name=""/>
        <dsp:cNvSpPr/>
      </dsp:nvSpPr>
      <dsp:spPr>
        <a:xfrm>
          <a:off x="999430" y="1267451"/>
          <a:ext cx="4044851" cy="426708"/>
        </a:xfrm>
        <a:custGeom>
          <a:avLst/>
          <a:gdLst/>
          <a:ahLst/>
          <a:cxnLst/>
          <a:rect l="0" t="0" r="0" b="0"/>
          <a:pathLst>
            <a:path>
              <a:moveTo>
                <a:pt x="4044851" y="0"/>
              </a:moveTo>
              <a:lnTo>
                <a:pt x="4044851" y="230454"/>
              </a:lnTo>
              <a:lnTo>
                <a:pt x="0" y="230454"/>
              </a:lnTo>
              <a:lnTo>
                <a:pt x="0" y="426708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/>
        </a:p>
      </dsp:txBody>
      <dsp:txXfrm>
        <a:off x="2920090" y="1478519"/>
        <a:ext cx="203531" cy="4573"/>
      </dsp:txXfrm>
    </dsp:sp>
    <dsp:sp modelId="{ED8CB48E-F633-42BF-83C4-FE8A3934726B}">
      <dsp:nvSpPr>
        <dsp:cNvPr id="0" name=""/>
        <dsp:cNvSpPr/>
      </dsp:nvSpPr>
      <dsp:spPr>
        <a:xfrm>
          <a:off x="4050133" y="76273"/>
          <a:ext cx="1988296" cy="1192978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7428" tIns="102268" rIns="97428" bIns="10226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400" kern="1200" dirty="0"/>
            <a:t>Elementos de layout</a:t>
          </a:r>
        </a:p>
      </dsp:txBody>
      <dsp:txXfrm>
        <a:off x="4050133" y="76273"/>
        <a:ext cx="1988296" cy="1192978"/>
      </dsp:txXfrm>
    </dsp:sp>
    <dsp:sp modelId="{8C185C28-274E-4472-B3CC-9078C27A0040}">
      <dsp:nvSpPr>
        <dsp:cNvPr id="0" name=""/>
        <dsp:cNvSpPr/>
      </dsp:nvSpPr>
      <dsp:spPr>
        <a:xfrm>
          <a:off x="1991778" y="2277329"/>
          <a:ext cx="42670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6708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/>
        </a:p>
      </dsp:txBody>
      <dsp:txXfrm>
        <a:off x="2193700" y="2320762"/>
        <a:ext cx="22865" cy="4573"/>
      </dsp:txXfrm>
    </dsp:sp>
    <dsp:sp modelId="{C62F22BB-DEBE-4908-9F09-CAEE40B544C9}">
      <dsp:nvSpPr>
        <dsp:cNvPr id="0" name=""/>
        <dsp:cNvSpPr/>
      </dsp:nvSpPr>
      <dsp:spPr>
        <a:xfrm>
          <a:off x="5281" y="1726559"/>
          <a:ext cx="1988296" cy="1192978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7428" tIns="102268" rIns="97428" bIns="10226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400" b="1" i="0" kern="1200"/>
            <a:t>Formulários </a:t>
          </a:r>
        </a:p>
      </dsp:txBody>
      <dsp:txXfrm>
        <a:off x="5281" y="1726559"/>
        <a:ext cx="1988296" cy="1192978"/>
      </dsp:txXfrm>
    </dsp:sp>
    <dsp:sp modelId="{F5D6F852-0209-4AB4-87C0-BEF50A7F93FC}">
      <dsp:nvSpPr>
        <dsp:cNvPr id="0" name=""/>
        <dsp:cNvSpPr/>
      </dsp:nvSpPr>
      <dsp:spPr>
        <a:xfrm>
          <a:off x="4437383" y="2277329"/>
          <a:ext cx="42670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6708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/>
        </a:p>
      </dsp:txBody>
      <dsp:txXfrm>
        <a:off x="4639305" y="2320762"/>
        <a:ext cx="22865" cy="4573"/>
      </dsp:txXfrm>
    </dsp:sp>
    <dsp:sp modelId="{A04F5B5F-76A5-434A-86D5-A40E0401FE83}">
      <dsp:nvSpPr>
        <dsp:cNvPr id="0" name=""/>
        <dsp:cNvSpPr/>
      </dsp:nvSpPr>
      <dsp:spPr>
        <a:xfrm>
          <a:off x="2450887" y="1726559"/>
          <a:ext cx="1988296" cy="1192978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7428" tIns="102268" rIns="97428" bIns="10226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400" kern="1200">
              <a:latin typeface="Arial" panose="020B0604020202020204" pitchFamily="34" charset="0"/>
              <a:cs typeface="Arial" panose="020B0604020202020204" pitchFamily="34" charset="0"/>
            </a:rPr>
            <a:t>Elemento div</a:t>
          </a:r>
          <a:endParaRPr lang="en-US" sz="2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450887" y="1726559"/>
        <a:ext cx="1988296" cy="1192978"/>
      </dsp:txXfrm>
    </dsp:sp>
    <dsp:sp modelId="{65EE7E4D-F78C-4EB9-9A17-44B519BFE930}">
      <dsp:nvSpPr>
        <dsp:cNvPr id="0" name=""/>
        <dsp:cNvSpPr/>
      </dsp:nvSpPr>
      <dsp:spPr>
        <a:xfrm>
          <a:off x="999430" y="2917738"/>
          <a:ext cx="4891210" cy="426708"/>
        </a:xfrm>
        <a:custGeom>
          <a:avLst/>
          <a:gdLst/>
          <a:ahLst/>
          <a:cxnLst/>
          <a:rect l="0" t="0" r="0" b="0"/>
          <a:pathLst>
            <a:path>
              <a:moveTo>
                <a:pt x="4891210" y="0"/>
              </a:moveTo>
              <a:lnTo>
                <a:pt x="4891210" y="230454"/>
              </a:lnTo>
              <a:lnTo>
                <a:pt x="0" y="230454"/>
              </a:lnTo>
              <a:lnTo>
                <a:pt x="0" y="426708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/>
        </a:p>
      </dsp:txBody>
      <dsp:txXfrm>
        <a:off x="3322221" y="3128805"/>
        <a:ext cx="245627" cy="4573"/>
      </dsp:txXfrm>
    </dsp:sp>
    <dsp:sp modelId="{26F3EE91-437E-4066-91BD-02E20754E680}">
      <dsp:nvSpPr>
        <dsp:cNvPr id="0" name=""/>
        <dsp:cNvSpPr/>
      </dsp:nvSpPr>
      <dsp:spPr>
        <a:xfrm>
          <a:off x="4896492" y="1726559"/>
          <a:ext cx="1988296" cy="1192978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7428" tIns="102268" rIns="97428" bIns="10226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400" b="0" i="0" kern="1200" dirty="0"/>
            <a:t>Tabelas </a:t>
          </a:r>
        </a:p>
      </dsp:txBody>
      <dsp:txXfrm>
        <a:off x="4896492" y="1726559"/>
        <a:ext cx="1988296" cy="1192978"/>
      </dsp:txXfrm>
    </dsp:sp>
    <dsp:sp modelId="{FC85A5C5-49A1-4D6A-AF19-E1C1093C61C9}">
      <dsp:nvSpPr>
        <dsp:cNvPr id="0" name=""/>
        <dsp:cNvSpPr/>
      </dsp:nvSpPr>
      <dsp:spPr>
        <a:xfrm>
          <a:off x="1991778" y="3927615"/>
          <a:ext cx="42670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6708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/>
        </a:p>
      </dsp:txBody>
      <dsp:txXfrm>
        <a:off x="2193700" y="3971048"/>
        <a:ext cx="22865" cy="4573"/>
      </dsp:txXfrm>
    </dsp:sp>
    <dsp:sp modelId="{1635DE07-4CB2-4377-805E-26333F709A56}">
      <dsp:nvSpPr>
        <dsp:cNvPr id="0" name=""/>
        <dsp:cNvSpPr/>
      </dsp:nvSpPr>
      <dsp:spPr>
        <a:xfrm>
          <a:off x="5281" y="3376846"/>
          <a:ext cx="1988296" cy="1192978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7428" tIns="102268" rIns="97428" bIns="10226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400" b="0" i="0" kern="1200"/>
            <a:t>Listas </a:t>
          </a:r>
        </a:p>
      </dsp:txBody>
      <dsp:txXfrm>
        <a:off x="5281" y="3376846"/>
        <a:ext cx="1988296" cy="1192978"/>
      </dsp:txXfrm>
    </dsp:sp>
    <dsp:sp modelId="{00AE7FCA-E99F-4E80-90A8-6FDCF7F08112}">
      <dsp:nvSpPr>
        <dsp:cNvPr id="0" name=""/>
        <dsp:cNvSpPr/>
      </dsp:nvSpPr>
      <dsp:spPr>
        <a:xfrm>
          <a:off x="2450887" y="3376846"/>
          <a:ext cx="3587543" cy="1192978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7428" tIns="102268" rIns="97428" bIns="102268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schemeClr val="bg1"/>
              </a:solidFill>
              <a:latin typeface="Arial" panose="020B0604020202020204" pitchFamily="34" charset="0"/>
              <a:ea typeface="Lato"/>
              <a:cs typeface="Arial" panose="020B0604020202020204" pitchFamily="34" charset="0"/>
            </a:rPr>
            <a:t>CSS</a:t>
          </a:r>
        </a:p>
      </dsp:txBody>
      <dsp:txXfrm>
        <a:off x="2450887" y="3376846"/>
        <a:ext cx="3587543" cy="11929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3387E9-419A-06A6-D121-23559C39D3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49747C-3380-F4DC-68F2-639346A152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E448762-F4A7-C409-FCD5-2FAC85602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9C63-9046-4117-B534-4056DCCB9CC7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81D0E86-2F7A-A2FD-8C04-7CE2DED3C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3DA1402-6256-4820-959E-71884C330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AFA15-B6B9-47F1-A7D6-05FD26236DD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37956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41C7AC-4BCE-943F-A610-59E6AFA37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1253B7-E058-9E34-72F9-6885D9E02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14C1F07-6A09-4642-0EC7-CC20BB073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9C63-9046-4117-B534-4056DCCB9CC7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75A3D97-B61F-1B2A-90EA-50ACEF55A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825A2AB-7E35-E853-7795-0480C36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AFA15-B6B9-47F1-A7D6-05FD26236DD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41115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0B84A-1902-AF82-EAE4-3D8386D88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520F161-F31F-83BC-CF95-FE63B90B4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81B441C-03AB-AF1F-F94B-B34A48A14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9C63-9046-4117-B534-4056DCCB9CC7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C96C135-F2CF-3EA9-06B0-273897D32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6DE9E28-02B7-9BBF-53E4-9B950E697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AFA15-B6B9-47F1-A7D6-05FD26236DD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48287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6AD8D5-941E-3735-7105-ACD48CE8F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E1F3791-29C8-9A52-785D-835594EFF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EAF048E-4EC6-2208-AFCF-B5916BE0B6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523C85C-C98B-7ED8-AD76-D5EA518AB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9C63-9046-4117-B534-4056DCCB9CC7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427D74A-DBCB-911E-379D-215C4FD9A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1D94614-AFA9-BF03-7375-5E38A5E5B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AFA15-B6B9-47F1-A7D6-05FD26236DD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38422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8076BE-B47E-21D7-BC8A-E5B28653D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CC588DD-8066-A3A0-8092-01A1F55548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F711368-B50E-E977-4E8B-F96ED9B3CB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61CEBE1F-7723-7FE0-E4D9-0A4CB3C08A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D30060D-EBDC-AC80-1B6C-2522A02561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9F8E757A-389D-B0FA-D4FE-B254D8268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9C63-9046-4117-B534-4056DCCB9CC7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342129A-9021-1978-2554-7ACDDC076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45631CB-D7A0-2D82-13B1-E0C50A5FB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AFA15-B6B9-47F1-A7D6-05FD26236DD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32779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9BD9AD-88C1-0EF5-7F19-E94892C8C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676F3F6-C2BB-1766-9A99-B0189CFE9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9C63-9046-4117-B534-4056DCCB9CC7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9EE7241-4ADB-F63C-9995-522E4815D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3D12F35-D57A-6000-CDDE-9A735A5EF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AFA15-B6B9-47F1-A7D6-05FD26236DD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06291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F950C67-959A-8A5F-7DCB-56D9960D7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9C63-9046-4117-B534-4056DCCB9CC7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57087AC-12C0-2FDD-EA7E-6FB5CE165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3CE5EA6-D56A-CD45-7187-EC3F58425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AFA15-B6B9-47F1-A7D6-05FD26236DD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88915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18A93E-68B9-121F-7BF8-902F87AC6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8A92E6-9316-6461-8DF7-BD69EB0E6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3F2A69F-EAC1-C446-13EC-97BE36F2B6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BC91EC0-6037-6711-231C-D7FFB4C88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9C63-9046-4117-B534-4056DCCB9CC7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558BE12-07E2-73DC-2CE3-D65539350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A595775-A4B8-CAD1-F3AA-A5C4FDF84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AFA15-B6B9-47F1-A7D6-05FD26236DD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3890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F46CFC-9370-D18C-A3CE-E6993520A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1014BF4-8DD4-5CC9-1C94-8C25CEC9B3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4E46867-B94D-F5FA-FD59-0D35B10E6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8A6C717-A38B-192D-D07F-460C05E14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9C63-9046-4117-B534-4056DCCB9CC7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73CCC16-F979-B298-989F-AFC64F585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CE1D476-55F6-81F3-6ABA-153B5ED14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AFA15-B6B9-47F1-A7D6-05FD26236DD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90665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38ADDE-9A65-66F0-5B26-2A62CCBF5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8EBF9E6-16AD-382A-863F-E499E50D8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1E7F1B9-39DF-DA26-87EB-BCC222ACD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9C63-9046-4117-B534-4056DCCB9CC7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00AF79-A626-EF7D-3F71-E6BF92647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DCA432A-9C40-E89E-BABE-4753656D8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AFA15-B6B9-47F1-A7D6-05FD26236DD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842139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0D04E79-25C3-8DBD-DE3A-4ED36C6B09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7F4984-588D-669B-F61E-C4DDDC0D37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FAD4610-52A8-35AD-13BE-5D0882ACB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9C63-9046-4117-B534-4056DCCB9CC7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C334677-AF4A-FDEA-D200-BDE03B9CB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A4DBB88-CC08-4EF0-53EE-3067B85D8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AFA15-B6B9-47F1-A7D6-05FD26236DD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53827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1438BDA-7033-3060-2E36-09208D52D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6A4C926-9C7D-F178-DF1C-8EF0497ABE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FA3DE3D-C4EA-B413-17B0-93EE99A4D8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E59C63-9046-4117-B534-4056DCCB9CC7}" type="datetimeFigureOut">
              <a:rPr lang="pt-PT" smtClean="0"/>
              <a:t>16/03/2026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DF8847-AC78-A52A-8431-FCAEB17C5A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82B0DF1-1680-56A7-7C1D-7E19A5162F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8AFA15-B6B9-47F1-A7D6-05FD26236DD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8699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gif"/><Relationship Id="rId3" Type="http://schemas.openxmlformats.org/officeDocument/2006/relationships/diagramLayout" Target="../diagrams/layout1.xml"/><Relationship Id="rId7" Type="http://schemas.openxmlformats.org/officeDocument/2006/relationships/image" Target="../media/image4.gif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gi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E51DCE96-7E3F-0D25-5103-323E63D95C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"/>
            <a:ext cx="12192000" cy="109728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017D505-5E0D-7840-D8CD-0F8095E91084}"/>
              </a:ext>
            </a:extLst>
          </p:cNvPr>
          <p:cNvSpPr txBox="1"/>
          <p:nvPr/>
        </p:nvSpPr>
        <p:spPr>
          <a:xfrm>
            <a:off x="128580" y="1260097"/>
            <a:ext cx="7978190" cy="463774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lIns="91440" tIns="45720" rIns="91440" bIns="45720" anchor="t">
            <a:spAutoFit/>
          </a:bodyPr>
          <a:lstStyle/>
          <a:p>
            <a:pPr algn="l" rtl="0" fontAlgn="base">
              <a:lnSpc>
                <a:spcPct val="150000"/>
              </a:lnSpc>
            </a:pPr>
            <a:r>
              <a:rPr lang="en-US" sz="25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Semestre</a:t>
            </a:r>
            <a:r>
              <a:rPr lang="en-US" sz="25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2026.1</a:t>
            </a:r>
            <a:endParaRPr lang="en-US" sz="2500" b="0" i="0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 fontAlgn="base">
              <a:lnSpc>
                <a:spcPct val="150000"/>
              </a:lnSpc>
            </a:pPr>
            <a:r>
              <a:rPr lang="en-US" sz="25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Disciplina</a:t>
            </a:r>
            <a:r>
              <a:rPr lang="en-US" sz="25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25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​</a:t>
            </a:r>
          </a:p>
          <a:p>
            <a:pPr>
              <a:lnSpc>
                <a:spcPct val="150000"/>
              </a:lnSpc>
            </a:pPr>
            <a:r>
              <a:rPr lang="pt-BR" sz="2500" b="1" dirty="0">
                <a:latin typeface="Arial" panose="020B0604020202020204" pitchFamily="34" charset="0"/>
                <a:cs typeface="Arial" panose="020B0604020202020204" pitchFamily="34" charset="0"/>
              </a:rPr>
              <a:t>ARA0062 DESENV. WEB EM HTML5, CSS, JAVASCRIPT E PHP</a:t>
            </a:r>
            <a:endParaRPr lang="en-US" sz="25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fontAlgn="base">
              <a:lnSpc>
                <a:spcPct val="150000"/>
              </a:lnSpc>
            </a:pPr>
            <a:endParaRPr lang="en-US" sz="25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</a:pPr>
            <a:r>
              <a:rPr lang="en-US" sz="25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Prof. </a:t>
            </a:r>
            <a:r>
              <a:rPr lang="en-US" sz="25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Juvenaldo</a:t>
            </a:r>
            <a:r>
              <a:rPr lang="en-US" sz="25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Florentino</a:t>
            </a:r>
            <a:r>
              <a:rPr lang="en-US" sz="25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​</a:t>
            </a:r>
            <a:endParaRPr lang="en-US" sz="2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fontAlgn="base">
              <a:lnSpc>
                <a:spcPct val="150000"/>
              </a:lnSpc>
            </a:pPr>
            <a:r>
              <a:rPr lang="en-US" sz="25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Aula </a:t>
            </a:r>
            <a:r>
              <a:rPr lang="en-US" sz="25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04</a:t>
            </a:r>
            <a:endParaRPr lang="en-US" sz="2500" b="0" i="0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 fontAlgn="base">
              <a:lnSpc>
                <a:spcPct val="150000"/>
              </a:lnSpc>
            </a:pPr>
            <a:r>
              <a:rPr lang="en-US" sz="25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Fortaleza, CE: </a:t>
            </a:r>
            <a:r>
              <a:rPr lang="en-US" sz="25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16</a:t>
            </a:r>
            <a:r>
              <a:rPr lang="en-US" sz="25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25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março</a:t>
            </a:r>
            <a:r>
              <a:rPr lang="en-US" sz="25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2026</a:t>
            </a:r>
            <a:endParaRPr lang="en-US" sz="2500" b="0" i="0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Big Data Solutions | Sardonyx Technologies">
            <a:extLst>
              <a:ext uri="{FF2B5EF4-FFF2-40B4-BE49-F238E27FC236}">
                <a16:creationId xmlns:a16="http://schemas.microsoft.com/office/drawing/2014/main" id="{24C3781F-4226-A0BA-1ED1-FD007EE1F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3283" y="3330054"/>
            <a:ext cx="3430137" cy="3002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Develop your custom web app in html,css,javascript,json,react js,php and  mysql">
            <a:extLst>
              <a:ext uri="{FF2B5EF4-FFF2-40B4-BE49-F238E27FC236}">
                <a16:creationId xmlns:a16="http://schemas.microsoft.com/office/drawing/2014/main" id="{0A33D3BD-27A7-F5E6-32D1-26BBE1DEC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0710" y="1097278"/>
            <a:ext cx="3238500" cy="205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114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ixaDeTexto 3">
            <a:extLst>
              <a:ext uri="{FF2B5EF4-FFF2-40B4-BE49-F238E27FC236}">
                <a16:creationId xmlns:a16="http://schemas.microsoft.com/office/drawing/2014/main" id="{B49315BC-50F5-DE56-4938-0B8D1BF064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70756632"/>
              </p:ext>
            </p:extLst>
          </p:nvPr>
        </p:nvGraphicFramePr>
        <p:xfrm>
          <a:off x="74091" y="749880"/>
          <a:ext cx="6890071" cy="46460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20" name="Imagem 819" descr="vr STICKER - Find &amp; Share on GIPHY">
            <a:extLst>
              <a:ext uri="{FF2B5EF4-FFF2-40B4-BE49-F238E27FC236}">
                <a16:creationId xmlns:a16="http://schemas.microsoft.com/office/drawing/2014/main" id="{6A40147E-3DFB-4827-5CCB-873A121280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3795" y="5003208"/>
            <a:ext cx="1517567" cy="1395673"/>
          </a:xfrm>
          <a:prstGeom prst="rect">
            <a:avLst/>
          </a:prstGeom>
        </p:spPr>
      </p:pic>
      <p:sp>
        <p:nvSpPr>
          <p:cNvPr id="2" name="AutoShape 4" descr="Fluxogramas | Raul Oliveira | DIO">
            <a:extLst>
              <a:ext uri="{FF2B5EF4-FFF2-40B4-BE49-F238E27FC236}">
                <a16:creationId xmlns:a16="http://schemas.microsoft.com/office/drawing/2014/main" id="{4575EBD0-93C2-2BB6-91B1-C2053887F5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026" name="Picture 2" descr="Elementos Semânticos do HTML5">
            <a:extLst>
              <a:ext uri="{FF2B5EF4-FFF2-40B4-BE49-F238E27FC236}">
                <a16:creationId xmlns:a16="http://schemas.microsoft.com/office/drawing/2014/main" id="{256AA356-4163-F909-CEA4-0F9BBD74E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1404" y="343483"/>
            <a:ext cx="3708125" cy="4368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AEA0B4C-D14B-A396-4A45-253543C0A746}"/>
              </a:ext>
            </a:extLst>
          </p:cNvPr>
          <p:cNvSpPr txBox="1"/>
          <p:nvPr/>
        </p:nvSpPr>
        <p:spPr>
          <a:xfrm>
            <a:off x="74645" y="146305"/>
            <a:ext cx="117659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ANTES DE TUDO, TOME NOTA: TECLAS DE ATALHO</a:t>
            </a:r>
          </a:p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VS CODE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BD915B2-EF52-534D-3B21-6E078C33902D}"/>
              </a:ext>
            </a:extLst>
          </p:cNvPr>
          <p:cNvSpPr txBox="1"/>
          <p:nvPr/>
        </p:nvSpPr>
        <p:spPr>
          <a:xfrm>
            <a:off x="4934728" y="1574155"/>
            <a:ext cx="2045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>
                <a:highlight>
                  <a:srgbClr val="FFFF00"/>
                </a:highlight>
              </a:rPr>
              <a:t>Atalhos úteis:</a:t>
            </a:r>
            <a:endParaRPr lang="pt-PT" b="1" dirty="0">
              <a:highlight>
                <a:srgbClr val="FFFF00"/>
              </a:highlight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B4A8622-F620-A2E8-DF50-3D714C2B4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02" y="2183022"/>
            <a:ext cx="5654530" cy="249195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FAA0DB3-36F2-E8EC-BCDB-2B66B0C0C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6869" y="2183022"/>
            <a:ext cx="5483677" cy="249195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767535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Script de computador em uma tela">
            <a:extLst>
              <a:ext uri="{FF2B5EF4-FFF2-40B4-BE49-F238E27FC236}">
                <a16:creationId xmlns:a16="http://schemas.microsoft.com/office/drawing/2014/main" id="{74610873-73E8-0EA4-5EAA-539E8AFB1F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981" b="9749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5DAA06E-5E80-7221-FA78-745D97C38668}"/>
              </a:ext>
            </a:extLst>
          </p:cNvPr>
          <p:cNvSpPr txBox="1"/>
          <p:nvPr/>
        </p:nvSpPr>
        <p:spPr>
          <a:xfrm>
            <a:off x="1097280" y="325550"/>
            <a:ext cx="10058400" cy="357477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200" b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LAYOUT FUSÃO HTML E CSS</a:t>
            </a:r>
          </a:p>
        </p:txBody>
      </p:sp>
    </p:spTree>
    <p:extLst>
      <p:ext uri="{BB962C8B-B14F-4D97-AF65-F5344CB8AC3E}">
        <p14:creationId xmlns:p14="http://schemas.microsoft.com/office/powerpoint/2010/main" val="4111373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D3B9C3DC-8A4C-86BA-55F3-410EC0972A34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BCBAB80-BB17-B3EB-161F-FC2D76D0AFC7}"/>
              </a:ext>
            </a:extLst>
          </p:cNvPr>
          <p:cNvSpPr txBox="1"/>
          <p:nvPr/>
        </p:nvSpPr>
        <p:spPr>
          <a:xfrm>
            <a:off x="102635" y="691574"/>
            <a:ext cx="11551300" cy="496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HTML possui diversos elementos semânticos que definem as diferentes partes de uma página web:</a:t>
            </a:r>
            <a:endParaRPr lang="pt-PT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2" descr="Elementos Semânticos do HTML5">
            <a:extLst>
              <a:ext uri="{FF2B5EF4-FFF2-40B4-BE49-F238E27FC236}">
                <a16:creationId xmlns:a16="http://schemas.microsoft.com/office/drawing/2014/main" id="{B575FE8F-39D9-2177-5D5D-3643740C8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35" y="1322081"/>
            <a:ext cx="3708125" cy="4368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05D2B073-1625-337E-16BB-47674CEB7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3568" y="1322081"/>
            <a:ext cx="7077423" cy="233839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F2BC4A8F-0FED-DDFE-B174-BEBABF92F706}"/>
              </a:ext>
            </a:extLst>
          </p:cNvPr>
          <p:cNvSpPr txBox="1"/>
          <p:nvPr/>
        </p:nvSpPr>
        <p:spPr>
          <a:xfrm>
            <a:off x="1169435" y="5977613"/>
            <a:ext cx="10484500" cy="496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OBS. Para que consigamos manipular layout, recorre-se ao CSS</a:t>
            </a:r>
            <a:endParaRPr lang="pt-PT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852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2BE0E1C-81ED-EA06-FC65-2142D7161F35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Técnicas de layout 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EEA63FC-8A51-59AE-3D64-22E1E4CCBFD8}"/>
              </a:ext>
            </a:extLst>
          </p:cNvPr>
          <p:cNvSpPr txBox="1"/>
          <p:nvPr/>
        </p:nvSpPr>
        <p:spPr>
          <a:xfrm>
            <a:off x="102635" y="691574"/>
            <a:ext cx="11551300" cy="958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Existem quatro técnicas diferentes para criar layouts com várias colunas. Cada técnica tem seus prós e contras:</a:t>
            </a:r>
            <a:endParaRPr lang="pt-PT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33B5395-2413-67ED-1BF8-1DACA48AC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4" y="1907680"/>
            <a:ext cx="4034666" cy="153760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6B67656A-CEC8-FB6D-E83C-2CC6B2879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144" y="1580606"/>
            <a:ext cx="5454791" cy="306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559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8B2BCCED-54FD-F046-6009-41E0610FC0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3026" y="0"/>
            <a:ext cx="39973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8393FCB-310B-60F0-AF45-E6826020AF3D}"/>
              </a:ext>
            </a:extLst>
          </p:cNvPr>
          <p:cNvSpPr txBox="1"/>
          <p:nvPr/>
        </p:nvSpPr>
        <p:spPr>
          <a:xfrm>
            <a:off x="1" y="4065"/>
            <a:ext cx="8113026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Formulários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3DDD8FA-ED60-0048-12A2-9A53F5C77416}"/>
              </a:ext>
            </a:extLst>
          </p:cNvPr>
          <p:cNvSpPr txBox="1"/>
          <p:nvPr/>
        </p:nvSpPr>
        <p:spPr>
          <a:xfrm>
            <a:off x="81648" y="753906"/>
            <a:ext cx="78680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/>
              <a:t>São elementos utilizados para coletar dados do usuário dentro de uma página Web. Permitem criar áreas interativas onde o visitante pode:</a:t>
            </a:r>
            <a:endParaRPr lang="pt-PT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7FD59F7-A083-4653-10CE-FC42A0F026B0}"/>
              </a:ext>
            </a:extLst>
          </p:cNvPr>
          <p:cNvSpPr txBox="1"/>
          <p:nvPr/>
        </p:nvSpPr>
        <p:spPr>
          <a:xfrm>
            <a:off x="248817" y="3523365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São elementos utilizados para coletar dados do usuário dentro de uma página </a:t>
            </a:r>
            <a:r>
              <a:rPr lang="pt-BR" dirty="0" err="1"/>
              <a:t>web.Eles</a:t>
            </a:r>
            <a:r>
              <a:rPr lang="pt-BR" dirty="0"/>
              <a:t> permitem criar áreas interativas onde o visitante pode:</a:t>
            </a:r>
            <a:endParaRPr lang="pt-PT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C08CF2C-DD93-A68A-3AD7-79EE0D9FD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817" y="1596080"/>
            <a:ext cx="2601913" cy="16502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1181203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3CA548B0-5CF7-22F7-3C8D-E2610F46D6B2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Formulários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0B7DAE1-FF05-DA67-7FBF-2CBF7EA31A9F}"/>
              </a:ext>
            </a:extLst>
          </p:cNvPr>
          <p:cNvSpPr txBox="1"/>
          <p:nvPr/>
        </p:nvSpPr>
        <p:spPr>
          <a:xfrm>
            <a:off x="100304" y="697076"/>
            <a:ext cx="15232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b="1" dirty="0"/>
              <a:t>Finalidade</a:t>
            </a:r>
            <a:r>
              <a:rPr lang="pt-PT" dirty="0"/>
              <a:t>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8533CFC-1FCF-3B6E-780B-5D054793C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03" y="1398899"/>
            <a:ext cx="3579879" cy="215606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63072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F4E40-54F6-27F6-FF8D-935D0369A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B8D4131-672F-1609-4E38-611B61F61E92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Formulários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CB40D92-896C-2E2E-3DED-732CF5F2CBB8}"/>
              </a:ext>
            </a:extLst>
          </p:cNvPr>
          <p:cNvSpPr txBox="1"/>
          <p:nvPr/>
        </p:nvSpPr>
        <p:spPr>
          <a:xfrm>
            <a:off x="100303" y="697076"/>
            <a:ext cx="43970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Estrutura básica de um formulário</a:t>
            </a:r>
            <a:endParaRPr lang="pt-PT" b="1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076DCC7-63CB-0559-6DAA-3BD0E05FA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03" y="1439736"/>
            <a:ext cx="4397051" cy="157915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E53F6E5C-D58B-1DEA-70A8-3B30230533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434" y="1295215"/>
            <a:ext cx="6341255" cy="512424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486464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1128E-1F0A-B6B4-93C0-305E21181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ABD9582B-51CD-58ED-DB14-3181ADA9CD50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>
                <a:latin typeface="Arial" panose="020B0604020202020204" pitchFamily="34" charset="0"/>
                <a:cs typeface="Arial" panose="020B0604020202020204" pitchFamily="34" charset="0"/>
              </a:rPr>
              <a:t>Formulários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DEA0E34-B4DD-0C8D-2DF0-7F6E4B9B463E}"/>
              </a:ext>
            </a:extLst>
          </p:cNvPr>
          <p:cNvSpPr txBox="1"/>
          <p:nvPr/>
        </p:nvSpPr>
        <p:spPr>
          <a:xfrm>
            <a:off x="100303" y="697076"/>
            <a:ext cx="43970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b="1"/>
              <a:t>Atributos importantes do formulário</a:t>
            </a:r>
            <a:endParaRPr lang="pt-PT" b="1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70E02E1A-F15E-AB5F-81B2-AA12BABC26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86" y="1536946"/>
            <a:ext cx="4696036" cy="1094494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AB4B75E3-B378-EFED-14DC-87D1EFD18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1" y="2910840"/>
            <a:ext cx="3444538" cy="883997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2B0ED51B-06BD-80D0-7FC0-B4DFE5EFF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4624" y="3352838"/>
            <a:ext cx="4968835" cy="286772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60589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617FA-8B3A-20D4-B0B1-3E962CA2E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3D798B54-F5ED-156F-A5F1-C790BC260AD3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Formulários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D4CF547-0902-60A5-85ED-B9032478770F}"/>
              </a:ext>
            </a:extLst>
          </p:cNvPr>
          <p:cNvSpPr txBox="1"/>
          <p:nvPr/>
        </p:nvSpPr>
        <p:spPr>
          <a:xfrm>
            <a:off x="100303" y="697076"/>
            <a:ext cx="43970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b="1" dirty="0"/>
              <a:t>Atributos modernos do HTML5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ED7A749-2EB3-B2BA-5D13-2979A0DE0D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807" y="1335449"/>
            <a:ext cx="6297513" cy="267960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920066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2C9A0-C483-4CBE-375D-2365ED74F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96BC4842-AD59-5874-F95A-EF439F82C734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Formulários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63BA578-2009-7F88-6278-2B382BA16740}"/>
              </a:ext>
            </a:extLst>
          </p:cNvPr>
          <p:cNvSpPr txBox="1"/>
          <p:nvPr/>
        </p:nvSpPr>
        <p:spPr>
          <a:xfrm>
            <a:off x="100303" y="697076"/>
            <a:ext cx="43970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Tipos importantes do atributo </a:t>
            </a:r>
            <a:r>
              <a:rPr lang="pt-BR" b="1" dirty="0" err="1"/>
              <a:t>type</a:t>
            </a:r>
            <a:endParaRPr lang="pt-PT" b="1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5F10D78-F660-A935-AD83-5B950C1D4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1703" y="1353244"/>
            <a:ext cx="7349177" cy="511704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64839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B4927-EDF0-B83F-8A45-37C61DFBE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C87A83F1-4EB1-F246-846A-B2A391F785D5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Formulários - validação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B2D66BA-9029-9C09-AE11-1F86E6779115}"/>
              </a:ext>
            </a:extLst>
          </p:cNvPr>
          <p:cNvSpPr txBox="1"/>
          <p:nvPr/>
        </p:nvSpPr>
        <p:spPr>
          <a:xfrm>
            <a:off x="100303" y="697076"/>
            <a:ext cx="116842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/>
              <a:t>A validação de dados em formulários HTML é o processo de verificar se as informações digitadas pelo usuário estão corretas antes de serem enviadas.</a:t>
            </a:r>
            <a:endParaRPr lang="pt-PT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4D70ECA-D10C-9984-E762-E2A2C6408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02" y="2201370"/>
            <a:ext cx="6671893" cy="1227629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8AC63114-FBFE-3708-E44C-54215F123C38}"/>
              </a:ext>
            </a:extLst>
          </p:cNvPr>
          <p:cNvSpPr txBox="1"/>
          <p:nvPr/>
        </p:nvSpPr>
        <p:spPr>
          <a:xfrm>
            <a:off x="100303" y="1482420"/>
            <a:ext cx="116842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/>
              <a:t>Garante que:</a:t>
            </a:r>
            <a:endParaRPr lang="pt-PT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66417910-EA9E-61BC-2E81-BB375D5D1202}"/>
              </a:ext>
            </a:extLst>
          </p:cNvPr>
          <p:cNvSpPr txBox="1"/>
          <p:nvPr/>
        </p:nvSpPr>
        <p:spPr>
          <a:xfrm>
            <a:off x="242597" y="4074758"/>
            <a:ext cx="62141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b="1" dirty="0"/>
              <a:t>Finalidade: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2F5FFAD-CA76-AEBF-F706-D49508E44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132" y="4543261"/>
            <a:ext cx="4899162" cy="191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6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D4572F2-5727-9D1B-0CFF-0CD9B91B704D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Formulários - validação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F28C927-6CC3-672C-2D68-37FD660ED2AD}"/>
              </a:ext>
            </a:extLst>
          </p:cNvPr>
          <p:cNvSpPr txBox="1"/>
          <p:nvPr/>
        </p:nvSpPr>
        <p:spPr>
          <a:xfrm>
            <a:off x="276756" y="623031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Como funciona a validação</a:t>
            </a:r>
          </a:p>
          <a:p>
            <a:r>
              <a:rPr lang="pt-BR" dirty="0"/>
              <a:t>Pode acontecer em dois momentos:</a:t>
            </a:r>
            <a:endParaRPr lang="pt-PT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63A4277-1A88-BF17-B165-E4D897DCEA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56" y="1372505"/>
            <a:ext cx="4951825" cy="2056495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1382D5DD-A7C6-2872-0E6D-424A8D541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962" y="4084768"/>
            <a:ext cx="5237598" cy="220685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0E17589-5A43-38EA-6606-0A17AB04E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7678" y="4084768"/>
            <a:ext cx="4881762" cy="2657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09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CE413-218E-6F48-8E44-1503AAF88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C6156D2A-6185-2937-CFC8-BDA44A0EA5CE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Formulários - validação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64D011-2165-83C2-A31C-821AE39E2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611" y="1052798"/>
            <a:ext cx="3600109" cy="953672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A55D6104-492C-204E-CEBA-422F714C7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611" y="2379838"/>
            <a:ext cx="3600109" cy="8859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7BA97340-5067-B6C5-69F8-F1333D47A1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3216" y="3639157"/>
            <a:ext cx="3505504" cy="739204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2FE1FB97-4D19-20A0-48BF-22A7CAFD5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912" y="4714196"/>
            <a:ext cx="3520563" cy="1280204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B4F4B41D-9E03-3296-0FBB-08B688FD1B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9290" y="6097194"/>
            <a:ext cx="2878749" cy="644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5369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8AE0D80-DB6D-D880-D9B7-DFEEF4ED6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482" y="655079"/>
            <a:ext cx="5959356" cy="5547841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B8C9CD2B-D0BC-EE1A-3345-F9BD30693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608" y="591070"/>
            <a:ext cx="4123418" cy="567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6143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6F8DB73-2FF5-A192-CB0B-D829A4B32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6522" y="854052"/>
            <a:ext cx="3962419" cy="5817336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7E6C59E-A3C7-137A-68E1-0176A2440162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Formulários - validação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57FCDFB-588B-334E-A174-FB4509178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63" y="999516"/>
            <a:ext cx="5008253" cy="567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88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6B4A5-17D0-6543-B268-5EAC6C16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81D96DB5-72E7-D795-D425-7E515AD334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001" t="-1" r="24968" b="-997"/>
          <a:stretch>
            <a:fillRect/>
          </a:stretch>
        </p:blipFill>
        <p:spPr>
          <a:xfrm>
            <a:off x="4181493" y="1353500"/>
            <a:ext cx="3829014" cy="5032192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F0BF420A-A141-A816-62E3-8119FF768BB6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CSS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9154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E1B98257-3DD5-EF51-C37A-E743412A69DB}"/>
              </a:ext>
            </a:extLst>
          </p:cNvPr>
          <p:cNvSpPr txBox="1"/>
          <p:nvPr/>
        </p:nvSpPr>
        <p:spPr>
          <a:xfrm>
            <a:off x="177282" y="1332445"/>
            <a:ext cx="11196734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Descreve como os elementos HTML devem ser exibidos na tela, no papel ou em outras mídias.</a:t>
            </a:r>
          </a:p>
          <a:p>
            <a:pPr algn="just"/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Economiza muito trabalho. Pode controlar o layout de várias páginas da web simultaneamente.</a:t>
            </a:r>
          </a:p>
          <a:p>
            <a:pPr algn="just"/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Folhas de estilo externas são armazenadas em arquivos CSS.</a:t>
            </a:r>
            <a:endParaRPr lang="pt-PT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7B1A7A2-D51E-57F5-C106-2A9513ACEDDA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CSS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62381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2534" y="1955280"/>
            <a:ext cx="9853479" cy="440819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pt-BR" sz="2000" dirty="0" err="1">
                <a:latin typeface="Arial" panose="020B0604020202020204" pitchFamily="34" charset="0"/>
                <a:cs typeface="Arial" panose="020B0604020202020204" pitchFamily="34" charset="0"/>
              </a:rPr>
              <a:t>Cascading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latin typeface="Arial" panose="020B0604020202020204" pitchFamily="34" charset="0"/>
                <a:cs typeface="Arial" panose="020B0604020202020204" pitchFamily="34" charset="0"/>
              </a:rPr>
              <a:t>Style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latin typeface="Arial" panose="020B0604020202020204" pitchFamily="34" charset="0"/>
                <a:cs typeface="Arial" panose="020B0604020202020204" pitchFamily="34" charset="0"/>
              </a:rPr>
              <a:t>Sheets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- é a linguagem usada para estilizar e definir a apresentação visual de documentos HTML ou XML. Ela controla o layout, cores, fontes, espaçamento e responsividade, permitindo criar designs atraentes e organizar elementos em "caixas" (box model). O CSS separa o conteúdo (HTML) do design, facilitando a manutenção do site.</a:t>
            </a:r>
          </a:p>
          <a:p>
            <a:pPr marL="0" algn="just">
              <a:lnSpc>
                <a:spcPct val="150000"/>
              </a:lnSpc>
            </a:pP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Define cores, fontes e layouts.</a:t>
            </a:r>
          </a:p>
          <a:p>
            <a:pPr marL="0" algn="just">
              <a:lnSpc>
                <a:spcPct val="150000"/>
              </a:lnSpc>
            </a:pP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Dá vida ao HTML.</a:t>
            </a:r>
          </a:p>
        </p:txBody>
      </p:sp>
      <p:sp>
        <p:nvSpPr>
          <p:cNvPr id="4" name="AutoShape 2" descr="Domine o CSS: 10 Passos para Melhores Práticas de Estilo de Folha de Estilo  (CSS)&quot; | Thiago Soares | CSS | DIO">
            <a:extLst>
              <a:ext uri="{FF2B5EF4-FFF2-40B4-BE49-F238E27FC236}">
                <a16:creationId xmlns:a16="http://schemas.microsoft.com/office/drawing/2014/main" id="{333C2FD5-D82B-39AB-4427-9F966640B48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16874" y="31242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6E41D440-6AC2-B196-6277-91A195EDF6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001" t="-1" r="24968" b="-997"/>
          <a:stretch>
            <a:fillRect/>
          </a:stretch>
        </p:blipFill>
        <p:spPr>
          <a:xfrm>
            <a:off x="71181" y="1512121"/>
            <a:ext cx="1701635" cy="223633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26DDA1D-3925-7BFC-ACDD-33E654688539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CSS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982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FC56B-68FA-4C69-A199-D67D744E2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2902D192-B4CA-11FC-FD1E-D646AAB4898D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CSS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26B83BB-177E-0AD0-6641-38E45C6495C9}"/>
              </a:ext>
            </a:extLst>
          </p:cNvPr>
          <p:cNvSpPr txBox="1"/>
          <p:nvPr/>
        </p:nvSpPr>
        <p:spPr>
          <a:xfrm>
            <a:off x="139959" y="651310"/>
            <a:ext cx="292048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PT" sz="2200" b="1" dirty="0">
                <a:latin typeface="Arial" panose="020B0604020202020204" pitchFamily="34" charset="0"/>
                <a:cs typeface="Arial" panose="020B0604020202020204" pitchFamily="34" charset="0"/>
              </a:rPr>
              <a:t>Por que usar CSS?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726D2DF-F585-ACE5-C32B-CFB938B65C19}"/>
              </a:ext>
            </a:extLst>
          </p:cNvPr>
          <p:cNvSpPr txBox="1"/>
          <p:nvPr/>
        </p:nvSpPr>
        <p:spPr>
          <a:xfrm>
            <a:off x="139958" y="1082197"/>
            <a:ext cx="1182344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Ajuda definir estilos para suas páginas da web, incluindo o design, o layout e as variações de exibição para diferentes dispositivos e tamanhos de tela.</a:t>
            </a:r>
            <a:endParaRPr lang="pt-PT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ECF5ECE-425C-A0BD-BBBE-F4D96A5AF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1110" y="2198490"/>
            <a:ext cx="3762289" cy="4341103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86EA35FD-8EDF-5F22-752E-62F8FA5759C1}"/>
              </a:ext>
            </a:extLst>
          </p:cNvPr>
          <p:cNvSpPr txBox="1"/>
          <p:nvPr/>
        </p:nvSpPr>
        <p:spPr>
          <a:xfrm>
            <a:off x="353008" y="3221259"/>
            <a:ext cx="6952862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200" b="1" dirty="0">
                <a:latin typeface="Arial" panose="020B0604020202020204" pitchFamily="34" charset="0"/>
                <a:cs typeface="Arial" panose="020B0604020202020204" pitchFamily="34" charset="0"/>
              </a:rPr>
              <a:t>Desafio</a:t>
            </a:r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just"/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A partir do que foi abordado até o momento, crie uma página contendo título (h1 – tendo como texto NOÇÃO AO CSS)  e parágrafo (p – tendo o texto básico, definição da linguagem.)</a:t>
            </a:r>
          </a:p>
          <a:p>
            <a:pPr algn="just"/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1. Aplique o estilo baseado no CSS apresentado. Use o CSS interno ou externo. </a:t>
            </a:r>
            <a:endParaRPr lang="pt-PT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eta: Curva para a Direita 7">
            <a:extLst>
              <a:ext uri="{FF2B5EF4-FFF2-40B4-BE49-F238E27FC236}">
                <a16:creationId xmlns:a16="http://schemas.microsoft.com/office/drawing/2014/main" id="{E78E686F-A2E2-788A-AC59-9D693DB7A6FE}"/>
              </a:ext>
            </a:extLst>
          </p:cNvPr>
          <p:cNvSpPr/>
          <p:nvPr/>
        </p:nvSpPr>
        <p:spPr>
          <a:xfrm rot="18180129">
            <a:off x="6829031" y="5064695"/>
            <a:ext cx="731520" cy="1924762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5329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92668-359E-DA89-3A73-FFA1915C0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6BEBA3F2-5CAD-D388-4830-F3667F04258B}"/>
              </a:ext>
            </a:extLst>
          </p:cNvPr>
          <p:cNvSpPr txBox="1"/>
          <p:nvPr/>
        </p:nvSpPr>
        <p:spPr>
          <a:xfrm>
            <a:off x="139959" y="651310"/>
            <a:ext cx="56356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PT" sz="2200" b="1" dirty="0">
                <a:latin typeface="Arial" panose="020B0604020202020204" pitchFamily="34" charset="0"/>
                <a:cs typeface="Arial" panose="020B0604020202020204" pitchFamily="34" charset="0"/>
              </a:rPr>
              <a:t>CSS economiza muito trabalho!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EAD5E77-46A9-64D1-0AFC-9EE12CFFADE2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CSS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9A9B213-D586-5904-4095-FCB7A5021CA9}"/>
              </a:ext>
            </a:extLst>
          </p:cNvPr>
          <p:cNvSpPr txBox="1"/>
          <p:nvPr/>
        </p:nvSpPr>
        <p:spPr>
          <a:xfrm>
            <a:off x="139959" y="1254882"/>
            <a:ext cx="11635274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As definições de CSS são normalmente salvas em um arquivo </a:t>
            </a:r>
            <a:r>
              <a:rPr lang="pt-BR" sz="2200" b="1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lang="pt-BR" sz="2200" b="1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css</a:t>
            </a:r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 externo.</a:t>
            </a:r>
          </a:p>
          <a:p>
            <a:pPr algn="just"/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Com um arquivo de folha de estilo externo, você pode mudar a aparência de um site inteiro alterando apenas um arquivo!</a:t>
            </a:r>
            <a:endParaRPr lang="pt-PT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69105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66CB7-FF4E-9867-176C-39845FB16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1CE84E8C-A53E-979A-BBA7-08BD1F1AC3B2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CSS - Sintaxe 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7458896-78E9-6AFC-6828-3ABB257C6A28}"/>
              </a:ext>
            </a:extLst>
          </p:cNvPr>
          <p:cNvSpPr txBox="1"/>
          <p:nvPr/>
        </p:nvSpPr>
        <p:spPr>
          <a:xfrm>
            <a:off x="-83976" y="475197"/>
            <a:ext cx="1163527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Uma regra consiste em um seletor e um bloco de declaração:</a:t>
            </a:r>
            <a:endParaRPr lang="pt-PT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Seletor CSS">
            <a:extLst>
              <a:ext uri="{FF2B5EF4-FFF2-40B4-BE49-F238E27FC236}">
                <a16:creationId xmlns:a16="http://schemas.microsoft.com/office/drawing/2014/main" id="{BDD3DF9B-62D9-B1A0-061A-93A0643824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808" y="1063331"/>
            <a:ext cx="5453651" cy="114057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922E606-E717-55F4-43D7-15546D623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345" y="2361148"/>
            <a:ext cx="9336352" cy="19216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7C9BE39-DF20-7315-DA6D-81B312A881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747" y="4822445"/>
            <a:ext cx="5921253" cy="28958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F87A1556-4FB5-0BA3-FCE6-44A89B7D9E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807" y="5315259"/>
            <a:ext cx="2397631" cy="12348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4425CC53-5B11-32F5-B079-A3CF225AF1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3413" y="5628650"/>
            <a:ext cx="6043184" cy="91447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Seta: Curva para a Direita 12">
            <a:extLst>
              <a:ext uri="{FF2B5EF4-FFF2-40B4-BE49-F238E27FC236}">
                <a16:creationId xmlns:a16="http://schemas.microsoft.com/office/drawing/2014/main" id="{D1F746C8-1669-3F2E-4098-879C0836A2CE}"/>
              </a:ext>
            </a:extLst>
          </p:cNvPr>
          <p:cNvSpPr/>
          <p:nvPr/>
        </p:nvSpPr>
        <p:spPr>
          <a:xfrm rot="16873176">
            <a:off x="3116577" y="5691519"/>
            <a:ext cx="548781" cy="1732957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585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B462F-381E-371A-A338-0224ADDB7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EF589420-2788-A1C7-63D1-884807ACD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72" y="921405"/>
            <a:ext cx="11378528" cy="4110452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A8967A4D-5134-2306-EB5B-DBDF8B22B8E8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CSS - Seletores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13692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96926-5C5C-DA80-5D54-836E989A7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234C8CC9-AB47-01CD-760D-F0F89ED42EF7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DIV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CC9ACD8-1C55-90CB-2B84-659465E8983B}"/>
              </a:ext>
            </a:extLst>
          </p:cNvPr>
          <p:cNvSpPr txBox="1"/>
          <p:nvPr/>
        </p:nvSpPr>
        <p:spPr>
          <a:xfrm>
            <a:off x="80866" y="772567"/>
            <a:ext cx="113118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Por padrão, o </a:t>
            </a:r>
            <a:r>
              <a:rPr lang="pt-BR" b="0" i="0" dirty="0">
                <a:solidFill>
                  <a:srgbClr val="DC143C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pt-BR" b="0" i="0" dirty="0" err="1">
                <a:solidFill>
                  <a:srgbClr val="DC143C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pt-BR" b="0" i="0" dirty="0">
                <a:solidFill>
                  <a:srgbClr val="DC143C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pt-BR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 é um elemento de bloco, o que significa que ocupa toda a largura disponível e inclui quebras de linha antes e depois.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3273556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A19B7F81-6CA9-C911-B2EE-DF640122A6AA}"/>
              </a:ext>
            </a:extLst>
          </p:cNvPr>
          <p:cNvSpPr txBox="1"/>
          <p:nvPr/>
        </p:nvSpPr>
        <p:spPr>
          <a:xfrm>
            <a:off x="109634" y="791843"/>
            <a:ext cx="10676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O </a:t>
            </a:r>
            <a:r>
              <a:rPr lang="pt-BR" b="0" i="0" dirty="0">
                <a:solidFill>
                  <a:srgbClr val="DC143C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pt-BR" b="0" i="0" dirty="0" err="1">
                <a:solidFill>
                  <a:srgbClr val="DC143C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pt-BR" b="0" i="0" dirty="0">
                <a:solidFill>
                  <a:srgbClr val="DC143C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pt-BR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 é frequentemente usado para agrupar seções de uma página da web.</a:t>
            </a:r>
            <a:endParaRPr lang="pt-PT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7C34768-3563-8586-506A-2AE16740ACD5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DIV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60DC685-AF31-CE5C-478C-B332E556D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267" y="1371360"/>
            <a:ext cx="10109465" cy="469479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507704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DF28C4D6-17DC-9B2A-055E-D946FD534590}"/>
              </a:ext>
            </a:extLst>
          </p:cNvPr>
          <p:cNvSpPr txBox="1"/>
          <p:nvPr/>
        </p:nvSpPr>
        <p:spPr>
          <a:xfrm>
            <a:off x="83975" y="780789"/>
            <a:ext cx="11122090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750"/>
              </a:spcBef>
              <a:spcAft>
                <a:spcPts val="750"/>
              </a:spcAft>
              <a:buNone/>
            </a:pPr>
            <a:r>
              <a:rPr lang="pt-BR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Centralizar um elemento &lt;</a:t>
            </a:r>
            <a:r>
              <a:rPr lang="pt-BR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div</a:t>
            </a:r>
            <a:r>
              <a:rPr lang="pt-BR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&gt;</a:t>
            </a:r>
          </a:p>
          <a:p>
            <a:pPr algn="just">
              <a:buNone/>
            </a:pPr>
            <a:r>
              <a:rPr lang="pt-BR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Se você tiver um </a:t>
            </a:r>
            <a:r>
              <a:rPr lang="pt-BR" b="0" i="0" dirty="0">
                <a:solidFill>
                  <a:srgbClr val="DC143C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pt-BR" b="0" i="0" dirty="0" err="1">
                <a:solidFill>
                  <a:srgbClr val="DC143C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pt-BR" b="0" i="0" dirty="0">
                <a:solidFill>
                  <a:srgbClr val="DC143C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pt-BR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elemento que não seja 100% de largura e quiser centralizá-lo, defina a </a:t>
            </a:r>
            <a:r>
              <a:rPr lang="pt-BR" b="0" i="0" dirty="0" err="1">
                <a:solidFill>
                  <a:srgbClr val="DC143C"/>
                </a:solidFill>
                <a:effectLst/>
                <a:latin typeface="Consolas" panose="020B0609020204030204" pitchFamily="49" charset="0"/>
              </a:rPr>
              <a:t>margin</a:t>
            </a:r>
            <a:r>
              <a:rPr lang="pt-BR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 para </a:t>
            </a:r>
            <a:r>
              <a:rPr lang="pt-BR" b="0" i="0" dirty="0">
                <a:solidFill>
                  <a:srgbClr val="DC143C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pt-BR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53FD3D6-0A09-8EF6-936F-391E79FEB9CD}"/>
              </a:ext>
            </a:extLst>
          </p:cNvPr>
          <p:cNvSpPr txBox="1"/>
          <p:nvPr/>
        </p:nvSpPr>
        <p:spPr>
          <a:xfrm>
            <a:off x="0" y="4065"/>
            <a:ext cx="12191999" cy="55399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3000" b="1" dirty="0">
                <a:latin typeface="Arial" panose="020B0604020202020204" pitchFamily="34" charset="0"/>
                <a:cs typeface="Arial" panose="020B0604020202020204" pitchFamily="34" charset="0"/>
              </a:rPr>
              <a:t>DIV</a:t>
            </a:r>
            <a:endParaRPr lang="pt-PT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28AF106-CBF2-9E5A-231A-84C96249C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933" y="1496823"/>
            <a:ext cx="6668131" cy="514781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230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</TotalTime>
  <Words>596</Words>
  <Application>Microsoft Office PowerPoint</Application>
  <PresentationFormat>Widescreen</PresentationFormat>
  <Paragraphs>74</Paragraphs>
  <Slides>27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Consolas</vt:lpstr>
      <vt:lpstr>Segoe UI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Juvenaldo Florentino Canja</dc:creator>
  <cp:lastModifiedBy>Juvenaldo Florentino Canja</cp:lastModifiedBy>
  <cp:revision>13</cp:revision>
  <dcterms:created xsi:type="dcterms:W3CDTF">2026-03-09T00:28:51Z</dcterms:created>
  <dcterms:modified xsi:type="dcterms:W3CDTF">2026-03-16T16:18:32Z</dcterms:modified>
</cp:coreProperties>
</file>